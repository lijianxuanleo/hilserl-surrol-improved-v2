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Q-value vs Entropy Term (1500 steps)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Q-value (mean)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V1 sparse</c:v>
                  </c:pt>
                  <c:pt idx="1">
                    <c:v>V2 dense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-8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Entropy term α·|log π|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V1 sparse</c:v>
                  </c:pt>
                  <c:pt idx="1">
                    <c:v>V2 dense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HIL-SERL for Robotic Pick-and-Lift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Reproducibility Study with Sparse and Dense Reward Designs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Jingjie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1155250187    |    April 2026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914400" cy="914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743200"/>
            <a:ext cx="640080" cy="64008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548640" cy="548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Human-in-the-Loop RL?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HIL-SERL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of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demos suffice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 + interventions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exploration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by demonstrator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safety escort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exceed expert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by demos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result: 100% success in ~30K steps (~1h)  →  But our reproduction reveals fragility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HIL-SERL: Method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et al. (2024). SERL: A Software Suite for Sample-Efficient Robotic RL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2468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Process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policy in env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interventions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transitions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weight updates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2743200"/>
            <a:ext cx="9144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0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weights 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transitions →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89120" y="155448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1554480"/>
            <a:ext cx="54864" cy="2468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377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Process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(50/50)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REDQ critic ensemble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+ UTD updates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weights → Actor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15200" y="1554480"/>
            <a:ext cx="1554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0" y="1554480"/>
            <a:ext cx="54864" cy="2468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Core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498080" y="205740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Loss: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α·log π − Q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 Loss: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MSE(Q, r+γQ')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Loss: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−α(log π+H̄)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claim: 100% success in ~30K steps (~1h) with sparse reward + human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DC2626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GAP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Reproducibility Gap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 of hil-serl-sim on RTX 4090 (AutoDL cloud server)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@ ~30K steps (~1h)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54480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@ 220K steps (3.83h)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reproducibility-blocking issues identified: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8288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domination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 ≈ 0.3 vs |α·log π| ≈ 6 (20× larger)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untracked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clutch_mode=True default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OOM crash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exception handling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 deadlock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Threshold &gt; episode length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dir mismatch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Per-process timestamping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6A9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5029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640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Reward + Hyperparameter Alignment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Trust the framework — sparse reward + human guidance is sufficient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474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succeed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</a:t>
            </a:r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otherwise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43891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54480"/>
            <a:ext cx="54864" cy="3200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Key Hyperparameter Realignments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01168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discount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horizon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target_entropy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−3.5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−d/2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actor_lr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1e-4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3e-4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critic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temperature_lr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1e-3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3e-4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oscillation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grad_clip_norm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critic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buffer_capacity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diversity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warmup_steps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episode 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3291840"/>
            <a:ext cx="3474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2918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429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hil-serl-sim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703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aligned with the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public replication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(though our reproduction of that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reference achieved only 10%)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50292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640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Staged Reward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Philosophy: Continuous reward → Q-values dominate entropy → task-driven actor gradient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2377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9164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 – 3.0]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148840"/>
            <a:ext cx="233172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/ (1+5d_xy)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× 1/(1+5d_z)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Inverse-distance kernel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everywhere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5544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55448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1691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 – 3.0]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148840"/>
            <a:ext cx="233172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× clip(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(0.08−d)/0.07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lift_bonus)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3017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ramp 8→1cm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lift confirmation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5544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554480"/>
            <a:ext cx="54864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16916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 – 4.0]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2148840"/>
            <a:ext cx="2331720" cy="7772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× clip(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lift / 0.1,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0, 1)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017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height ratio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Bonus:   reward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10.0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(additive — preserves Q-function continuity)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target: Q ∈ [15, 40]  ≫  entropy term ≈ 6  (validated empirically — see Slide 9)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vs V2: Design Comparison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Sparse Reward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1.0 (success) / 0.0 (fail)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Gripper penalty −0.02/toggle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reward engineering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reward wrong behavior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Aligned with reference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human guidance need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initial learning signal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371600"/>
            <a:ext cx="54864" cy="3383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Dense Staged Reward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9202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Per-step [0, 10] reach+grasp+lift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bonus +10.0 additive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gradient signal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 ≈ 15-40 ≫ entropy ≈ 6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dependent on humans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sensor access (block_pos)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hacking risk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reward design — what makes the pipeline reproducible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10058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Logging Schema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755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32-col training_metrics.csv + 14-col episode_metrics.csv. Captures TD error, REDQ ensemble disagreement, raw entropy, actor loss decomposition, GPU memory, step latency.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REDQ-6 Ensemble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49240" y="1755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 networks + subsample-2 actor target. Reduces value overestimation while fitting in 24 GB RTX 4090.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56032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DRQ-v2 Augmentation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shift (pad=6) on training images. Per-sample independent shift via grid_sample. Identity at inference.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7432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Critical Bug Fixes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4924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Mid-episode streaming, shutdown-safe flush, OOM exception handling, intervention pipeline correction, fixed output_dir.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374904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319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Metadata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133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experiment_metadata.json captures git commit, GPU model, hostname, full config snapshot, Python version. Required for paper.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754880" y="3749040"/>
            <a:ext cx="54864" cy="1005840"/>
          </a:xfrm>
          <a:prstGeom prst="rect">
            <a:avLst/>
          </a:prstGeom>
          <a:solidFill>
            <a:srgbClr val="2D6A9F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3192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492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Deployment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49240" y="4133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start_paper_run.sh wrapper auto-archives stale dirs. Setup scripts target consumer GPU + cloud Linux pods.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5966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 on RTX 4090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sparse vs V2 dense — 1{,}500 optimization steps each, matched conditions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Success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8308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 (final)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+18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Peak 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3524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MB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43800" y="2103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MB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54864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Reproducibility Comparison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hil-serl-sim:  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(220K steps, 3.83h)       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(1.5K steps, 73s)        </a:t>
            </a:r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 </a:t>
            </a:r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(1.5K steps, 78s)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06240"/>
            <a:ext cx="457200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3000" y="40690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design hypothesis empirically validated: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 reach the design-target range [15, 40] within 1.5K steps, while V1 Q drifts negative — confirming the entropy-domination diagnosis from Slide 4.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5966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 Evolution Confirms Design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RTX 4090 training data — V2's Q dominates entropy as designed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55448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55448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554480"/>
            <a:ext cx="54864" cy="3200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0" y="2011680"/>
            <a:ext cx="2926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actor loss: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α·log π − Q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|α·log π| &gt; |Q|: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entropy dominates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random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 ≫ |α·log π|: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 dominates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task-driven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achieves the right regime; V1 does not.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463040" cy="256032"/>
          </a:xfrm>
          <a:prstGeom prst="rect">
            <a:avLst>
              <a:gd name="adj" fmla="val 14286"/>
            </a:avLst>
          </a:prstGeom>
          <a:solidFill>
            <a:srgbClr val="0EA5E9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Limitations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Empirical baseline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hil-serl-sim 10% reproduction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Reproducibility analysis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 root-cause bugs + fixes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Reward design study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V1 sparse vs V2 dense (matched)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Engineering toolchain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F6 logging + REDQ-6 + DRQ-v2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 batches (lerobot HF coupling)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seed (no significance testing)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real-robot transfer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Multi-seed validation (3-5 seeds)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Sim-to-real on Franka Panda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Curriculum: dense → sparse anneal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Upstream lerobot patch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github.com/LIJianxuanLeo/hilserl-surrol-improved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github.com/LIJianxuanLeo/hilserl-surrol-improved-v2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Jingjie · 1155250187 ·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HIL-SERL Reproducibility Study</dc:title>
  <dc:subject>PptxGenJS Presentation</dc:subject>
  <dc:creator>ZHU Jingjie</dc:creator>
  <cp:lastModifiedBy>ZHU Jingjie</cp:lastModifiedBy>
  <cp:revision>1</cp:revision>
  <dcterms:created xsi:type="dcterms:W3CDTF">2026-04-30T15:13:18Z</dcterms:created>
  <dcterms:modified xsi:type="dcterms:W3CDTF">2026-04-30T15:13:18Z</dcterms:modified>
</cp:coreProperties>
</file>